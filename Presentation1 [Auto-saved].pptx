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495"/>
    <p:restoredTop sz="94762"/>
  </p:normalViewPr>
  <p:slideViewPr>
    <p:cSldViewPr snapToGrid="0">
      <p:cViewPr varScale="1">
        <p:scale>
          <a:sx n="117" d="100"/>
          <a:sy n="117" d="100"/>
        </p:scale>
        <p:origin x="62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2CFB2-E5A3-4F00-4700-88E19001E8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31CB6B-9CCC-138B-B5CB-242D39E608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76E328-D057-B712-4DC1-8E0BC2B03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47148-EFA0-1E40-A2DD-381BCA06ECA2}" type="datetimeFigureOut">
              <a:rPr lang="en-NL" smtClean="0"/>
              <a:t>26/11/2025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EEA0A3-EA0F-D94D-9434-01B751E78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236178-5C9B-687A-25EF-F9DA51F2D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28017-B3BA-8544-8D97-E10BCFBB323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604868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A3A15-99AD-D84C-EAD2-73331BA3A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548A23-3F83-DB2C-7234-39101F187B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42A467-D8AC-935C-6E77-EEA017DF2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47148-EFA0-1E40-A2DD-381BCA06ECA2}" type="datetimeFigureOut">
              <a:rPr lang="en-NL" smtClean="0"/>
              <a:t>26/11/2025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20F3FA-3178-6530-A1A5-712949106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9019C4-B310-97EE-F191-3087FC4C0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28017-B3BA-8544-8D97-E10BCFBB323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73483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FCCA2-BF4A-FAE5-18DF-32BBBF92D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AC064F-EA70-E32E-1BFA-9C202ACBFD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4F7D75-5CB2-38D3-1912-E7BA2882F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47148-EFA0-1E40-A2DD-381BCA06ECA2}" type="datetimeFigureOut">
              <a:rPr lang="en-NL" smtClean="0"/>
              <a:t>26/11/2025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BDC33D-84EE-FDB6-14D4-12F050FBA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BF2235-43D3-0F1F-F7BA-9E6E5F86F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28017-B3BA-8544-8D97-E10BCFBB323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679546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C0DB9-D7D3-FC5A-D7B0-BDECF6FB7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D66813-C8F9-2C5A-5BE6-CFBC65D719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455DA4-8302-90D3-98EC-1478A7E84F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CC9E65-CC38-78A5-E380-9CF10DEAD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47148-EFA0-1E40-A2DD-381BCA06ECA2}" type="datetimeFigureOut">
              <a:rPr lang="en-NL" smtClean="0"/>
              <a:t>26/11/2025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AB4674-AF89-972B-E629-7BBEE2F08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9922A6-D56E-3170-7FFD-6A116A18B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28017-B3BA-8544-8D97-E10BCFBB323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711360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D8B4B-81BE-4937-9A58-52A83C906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EDC2A0-A160-06F5-6DE5-17AB4F1034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153F9B-EB3A-291F-AF28-E906697191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854377-DA3D-95C7-8C61-DF9979B3C9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795987-DD27-82C8-69AE-13FC141CE6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99482E-7DD6-B18D-D6D5-BE37DF529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47148-EFA0-1E40-A2DD-381BCA06ECA2}" type="datetimeFigureOut">
              <a:rPr lang="en-NL" smtClean="0"/>
              <a:t>26/11/2025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55EF23-B8A6-B5F1-B0D5-366C17092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23402F-4F34-E2C1-843A-CF5704337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28017-B3BA-8544-8D97-E10BCFBB323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941914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3BD6F-382F-20F5-CB70-CD1EC9983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E6E637-69AC-F541-DEF1-0579D99A4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47148-EFA0-1E40-A2DD-381BCA06ECA2}" type="datetimeFigureOut">
              <a:rPr lang="en-NL" smtClean="0"/>
              <a:t>26/11/2025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D1F8CA-1522-8FB1-4AF8-F041618FD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5C07E5-8B8F-48C9-187C-7F02D8117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28017-B3BA-8544-8D97-E10BCFBB323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944591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C51B86-6AF4-A3A5-15CD-B8A590D1A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47148-EFA0-1E40-A2DD-381BCA06ECA2}" type="datetimeFigureOut">
              <a:rPr lang="en-NL" smtClean="0"/>
              <a:t>26/11/2025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FCA361-E3B3-54AE-C30B-59CF0D3AA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1A8EB4-D325-1A14-4F9D-E95029B2B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28017-B3BA-8544-8D97-E10BCFBB323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681132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42EC0-A6DF-4136-59C1-2BBCBD7804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BFDA9-99CB-DD20-87C6-E30C652E38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41A415-5533-EB35-2C16-72E9332CFB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71A460-EBBB-C01A-8C62-6485DCBEE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47148-EFA0-1E40-A2DD-381BCA06ECA2}" type="datetimeFigureOut">
              <a:rPr lang="en-NL" smtClean="0"/>
              <a:t>26/11/2025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F6BF38-1B92-5EF0-4755-DE62724F0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0721B0-DD27-7081-77CE-7D5F0A3FC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28017-B3BA-8544-8D97-E10BCFBB323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332081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ACB6A-EA91-9450-5AB3-ACAD5F917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1041EF-F15F-C955-ECAF-612A30CFAD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A4228E-D438-D8AC-137E-DE44ABF78F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298BEA-49B4-6078-035B-7DB517871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47148-EFA0-1E40-A2DD-381BCA06ECA2}" type="datetimeFigureOut">
              <a:rPr lang="en-NL" smtClean="0"/>
              <a:t>26/11/2025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9C23DA-B115-48B9-F395-36BAB35EA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D180A6-BCE5-E938-5764-C591BC231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28017-B3BA-8544-8D97-E10BCFBB323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3992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A02ED-0F4D-5B0B-8D8C-8DA65CE4B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1CA158-AD13-E7AE-96D2-756B554119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A9EE6D-33D3-DD57-243C-C83F72991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47148-EFA0-1E40-A2DD-381BCA06ECA2}" type="datetimeFigureOut">
              <a:rPr lang="en-NL" smtClean="0"/>
              <a:t>26/11/2025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D3E91-682D-1804-9120-AD56260A8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218E89-0A26-BBA5-CD3B-B9FA4908D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28017-B3BA-8544-8D97-E10BCFBB323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6066438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27C54E-0580-1AA4-16B4-4E421C0D73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468310-79E3-3AF1-7527-3529F13176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B5EC92-E34E-709B-540C-B5AD0ACA1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47148-EFA0-1E40-A2DD-381BCA06ECA2}" type="datetimeFigureOut">
              <a:rPr lang="en-NL" smtClean="0"/>
              <a:t>26/11/2025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C120C7-D9F8-D354-8759-AC42E8AC4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6EA08A-6E0F-09EC-A161-CE1612B00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28017-B3BA-8544-8D97-E10BCFBB323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7030646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0C095D-A636-58A2-EE13-81F796F5D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D194EB-933C-97FC-2898-D5B51BD24C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83DD17-1E2E-C0D1-71B1-AB77FE2EB7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A47148-EFA0-1E40-A2DD-381BCA06ECA2}" type="datetimeFigureOut">
              <a:rPr lang="en-NL" smtClean="0"/>
              <a:t>26/11/2025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EE4D20-5BD1-62A2-38EA-EED0D59BC7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5434D8-E919-D3C4-1B05-EFE66522BC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428017-B3BA-8544-8D97-E10BCFBB323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137903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3AF8424-A801-B47F-2FE3-83671433EA6B}"/>
              </a:ext>
            </a:extLst>
          </p:cNvPr>
          <p:cNvSpPr/>
          <p:nvPr/>
        </p:nvSpPr>
        <p:spPr>
          <a:xfrm>
            <a:off x="9865914" y="4428761"/>
            <a:ext cx="1741714" cy="74022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L" dirty="0"/>
              <a:t>DeltaTypes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256D909-AA69-4E01-CF9F-528569BFBC0E}"/>
              </a:ext>
            </a:extLst>
          </p:cNvPr>
          <p:cNvSpPr/>
          <p:nvPr/>
        </p:nvSpPr>
        <p:spPr>
          <a:xfrm>
            <a:off x="6255570" y="5625523"/>
            <a:ext cx="3461658" cy="74022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L" dirty="0"/>
              <a:t>DeltaSyntaxDefinitions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8F06F85-8DD7-13DB-C0E6-438B2DA33404}"/>
              </a:ext>
            </a:extLst>
          </p:cNvPr>
          <p:cNvSpPr/>
          <p:nvPr/>
        </p:nvSpPr>
        <p:spPr>
          <a:xfrm>
            <a:off x="5216781" y="3348020"/>
            <a:ext cx="1470899" cy="74022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L" dirty="0"/>
              <a:t>Queries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F4555C2-44E5-C8C6-56AA-1F779EA65D1A}"/>
              </a:ext>
            </a:extLst>
          </p:cNvPr>
          <p:cNvSpPr/>
          <p:nvPr/>
        </p:nvSpPr>
        <p:spPr>
          <a:xfrm>
            <a:off x="6944293" y="1838974"/>
            <a:ext cx="2218031" cy="74022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L" dirty="0"/>
              <a:t>DeltaProcessors</a:t>
            </a:r>
          </a:p>
        </p:txBody>
      </p: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73CA616-D917-6804-B587-BC14D88FFE45}"/>
              </a:ext>
            </a:extLst>
          </p:cNvPr>
          <p:cNvCxnSpPr>
            <a:stCxn id="7" idx="2"/>
            <a:endCxn id="6" idx="0"/>
          </p:cNvCxnSpPr>
          <p:nvPr/>
        </p:nvCxnSpPr>
        <p:spPr>
          <a:xfrm rot="5400000">
            <a:off x="6618362" y="1913072"/>
            <a:ext cx="768817" cy="210107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ADC3F895-4F61-AF74-7CE6-015E1285ED7C}"/>
              </a:ext>
            </a:extLst>
          </p:cNvPr>
          <p:cNvCxnSpPr>
            <a:cxnSpLocks/>
            <a:stCxn id="7" idx="3"/>
            <a:endCxn id="4" idx="0"/>
          </p:cNvCxnSpPr>
          <p:nvPr/>
        </p:nvCxnSpPr>
        <p:spPr>
          <a:xfrm>
            <a:off x="9162324" y="2209089"/>
            <a:ext cx="1574447" cy="221967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8411650A-793A-9946-F6FE-B1CE86453B6F}"/>
              </a:ext>
            </a:extLst>
          </p:cNvPr>
          <p:cNvSpPr/>
          <p:nvPr/>
        </p:nvSpPr>
        <p:spPr>
          <a:xfrm>
            <a:off x="2115548" y="1838975"/>
            <a:ext cx="2218031" cy="74022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L" dirty="0"/>
              <a:t>BulkProcessors</a:t>
            </a:r>
          </a:p>
        </p:txBody>
      </p:sp>
      <p:cxnSp>
        <p:nvCxnSpPr>
          <p:cNvPr id="14" name="Elbow Connector 13">
            <a:extLst>
              <a:ext uri="{FF2B5EF4-FFF2-40B4-BE49-F238E27FC236}">
                <a16:creationId xmlns:a16="http://schemas.microsoft.com/office/drawing/2014/main" id="{D7C0EEA7-D058-FA4F-F9AD-82666673B404}"/>
              </a:ext>
            </a:extLst>
          </p:cNvPr>
          <p:cNvCxnSpPr>
            <a:stCxn id="12" idx="2"/>
            <a:endCxn id="6" idx="0"/>
          </p:cNvCxnSpPr>
          <p:nvPr/>
        </p:nvCxnSpPr>
        <p:spPr>
          <a:xfrm rot="16200000" flipH="1">
            <a:off x="4203989" y="1599778"/>
            <a:ext cx="768816" cy="272766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1DA35ADD-E2B7-76AC-7384-D9C36D85F6CA}"/>
              </a:ext>
            </a:extLst>
          </p:cNvPr>
          <p:cNvSpPr/>
          <p:nvPr/>
        </p:nvSpPr>
        <p:spPr>
          <a:xfrm>
            <a:off x="7115544" y="4452967"/>
            <a:ext cx="1741714" cy="74022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L" dirty="0"/>
              <a:t>DeltaValidator</a:t>
            </a:r>
          </a:p>
        </p:txBody>
      </p:sp>
      <p:cxnSp>
        <p:nvCxnSpPr>
          <p:cNvPr id="21" name="Elbow Connector 20">
            <a:extLst>
              <a:ext uri="{FF2B5EF4-FFF2-40B4-BE49-F238E27FC236}">
                <a16:creationId xmlns:a16="http://schemas.microsoft.com/office/drawing/2014/main" id="{0C3BB36F-A496-8D7F-2A60-29E3E360E846}"/>
              </a:ext>
            </a:extLst>
          </p:cNvPr>
          <p:cNvCxnSpPr>
            <a:stCxn id="19" idx="2"/>
            <a:endCxn id="5" idx="0"/>
          </p:cNvCxnSpPr>
          <p:nvPr/>
        </p:nvCxnSpPr>
        <p:spPr>
          <a:xfrm rot="5400000">
            <a:off x="7770237" y="5409358"/>
            <a:ext cx="432327" cy="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502DE7A8-6DD7-852C-E60B-EDFA4A0D8719}"/>
              </a:ext>
            </a:extLst>
          </p:cNvPr>
          <p:cNvSpPr/>
          <p:nvPr/>
        </p:nvSpPr>
        <p:spPr>
          <a:xfrm>
            <a:off x="3494315" y="4527261"/>
            <a:ext cx="1741714" cy="74022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L" dirty="0"/>
              <a:t>BulkValidator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2A83E93E-CBAF-A8A6-B6D4-81B0A0AE203F}"/>
              </a:ext>
            </a:extLst>
          </p:cNvPr>
          <p:cNvSpPr/>
          <p:nvPr/>
        </p:nvSpPr>
        <p:spPr>
          <a:xfrm>
            <a:off x="2634342" y="5625523"/>
            <a:ext cx="3461658" cy="74022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L" dirty="0"/>
              <a:t>BulkSyntaxDefinitions</a:t>
            </a:r>
          </a:p>
        </p:txBody>
      </p:sp>
      <p:cxnSp>
        <p:nvCxnSpPr>
          <p:cNvPr id="25" name="Elbow Connector 24">
            <a:extLst>
              <a:ext uri="{FF2B5EF4-FFF2-40B4-BE49-F238E27FC236}">
                <a16:creationId xmlns:a16="http://schemas.microsoft.com/office/drawing/2014/main" id="{370C2E22-4A83-A832-359E-610C3516D24E}"/>
              </a:ext>
            </a:extLst>
          </p:cNvPr>
          <p:cNvCxnSpPr>
            <a:stCxn id="22" idx="2"/>
            <a:endCxn id="23" idx="0"/>
          </p:cNvCxnSpPr>
          <p:nvPr/>
        </p:nvCxnSpPr>
        <p:spPr>
          <a:xfrm rot="5400000">
            <a:off x="4186156" y="5446506"/>
            <a:ext cx="358033" cy="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Elbow Connector 35">
            <a:extLst>
              <a:ext uri="{FF2B5EF4-FFF2-40B4-BE49-F238E27FC236}">
                <a16:creationId xmlns:a16="http://schemas.microsoft.com/office/drawing/2014/main" id="{CC468230-1438-96B2-1BB6-CA2EF91DD587}"/>
              </a:ext>
            </a:extLst>
          </p:cNvPr>
          <p:cNvCxnSpPr>
            <a:stCxn id="7" idx="2"/>
            <a:endCxn id="19" idx="0"/>
          </p:cNvCxnSpPr>
          <p:nvPr/>
        </p:nvCxnSpPr>
        <p:spPr>
          <a:xfrm rot="5400000">
            <a:off x="7082973" y="3482631"/>
            <a:ext cx="1873764" cy="6690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6081DB4E-BB48-0741-801B-0416B4E15E35}"/>
              </a:ext>
            </a:extLst>
          </p:cNvPr>
          <p:cNvSpPr/>
          <p:nvPr/>
        </p:nvSpPr>
        <p:spPr>
          <a:xfrm>
            <a:off x="9265872" y="5811776"/>
            <a:ext cx="1470899" cy="74022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L" dirty="0"/>
              <a:t>ErrorEvent</a:t>
            </a: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789CC3D5-809D-BC17-ADDC-B70F0BBACEF5}"/>
              </a:ext>
            </a:extLst>
          </p:cNvPr>
          <p:cNvSpPr/>
          <p:nvPr/>
        </p:nvSpPr>
        <p:spPr>
          <a:xfrm>
            <a:off x="5100885" y="266785"/>
            <a:ext cx="1470899" cy="74022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L" dirty="0"/>
              <a:t>Server</a:t>
            </a:r>
          </a:p>
        </p:txBody>
      </p:sp>
      <p:cxnSp>
        <p:nvCxnSpPr>
          <p:cNvPr id="58" name="Elbow Connector 57">
            <a:extLst>
              <a:ext uri="{FF2B5EF4-FFF2-40B4-BE49-F238E27FC236}">
                <a16:creationId xmlns:a16="http://schemas.microsoft.com/office/drawing/2014/main" id="{06C232CF-8D99-E999-06B2-33ACA5E0525B}"/>
              </a:ext>
            </a:extLst>
          </p:cNvPr>
          <p:cNvCxnSpPr>
            <a:cxnSpLocks/>
            <a:stCxn id="51" idx="2"/>
            <a:endCxn id="7" idx="0"/>
          </p:cNvCxnSpPr>
          <p:nvPr/>
        </p:nvCxnSpPr>
        <p:spPr>
          <a:xfrm rot="16200000" flipH="1">
            <a:off x="6528842" y="314507"/>
            <a:ext cx="831960" cy="221697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Elbow Connector 58">
            <a:extLst>
              <a:ext uri="{FF2B5EF4-FFF2-40B4-BE49-F238E27FC236}">
                <a16:creationId xmlns:a16="http://schemas.microsoft.com/office/drawing/2014/main" id="{7DBA5514-4CA9-7964-EE88-D66B89FD6F15}"/>
              </a:ext>
            </a:extLst>
          </p:cNvPr>
          <p:cNvCxnSpPr>
            <a:cxnSpLocks/>
            <a:stCxn id="51" idx="2"/>
            <a:endCxn id="12" idx="0"/>
          </p:cNvCxnSpPr>
          <p:nvPr/>
        </p:nvCxnSpPr>
        <p:spPr>
          <a:xfrm rot="5400000">
            <a:off x="4114470" y="117109"/>
            <a:ext cx="831961" cy="261177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Elbow Connector 63">
            <a:extLst>
              <a:ext uri="{FF2B5EF4-FFF2-40B4-BE49-F238E27FC236}">
                <a16:creationId xmlns:a16="http://schemas.microsoft.com/office/drawing/2014/main" id="{AE8E411B-AA12-E3EA-1EAA-856A879473AC}"/>
              </a:ext>
            </a:extLst>
          </p:cNvPr>
          <p:cNvCxnSpPr>
            <a:cxnSpLocks/>
            <a:stCxn id="12" idx="2"/>
            <a:endCxn id="22" idx="1"/>
          </p:cNvCxnSpPr>
          <p:nvPr/>
        </p:nvCxnSpPr>
        <p:spPr>
          <a:xfrm rot="16200000" flipH="1">
            <a:off x="2200353" y="3603414"/>
            <a:ext cx="2318172" cy="26975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56474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310</TotalTime>
  <Words>10</Words>
  <Application>Microsoft Macintosh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 Warmer</dc:creator>
  <cp:lastModifiedBy>Jos Warmer</cp:lastModifiedBy>
  <cp:revision>2</cp:revision>
  <dcterms:created xsi:type="dcterms:W3CDTF">2025-11-15T13:43:02Z</dcterms:created>
  <dcterms:modified xsi:type="dcterms:W3CDTF">2025-11-26T19:31:55Z</dcterms:modified>
</cp:coreProperties>
</file>